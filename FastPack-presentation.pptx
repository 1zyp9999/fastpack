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FastPack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6B35"/>
                </a:solidFill>
              </a:defRPr>
            </a:pPr>
            <a:r>
              <a:t>超快跨平台打包工具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AI 编程马拉松 · 项目成果展示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1. 项目速览（30 秒电梯演讲）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3474720" cy="4114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2962FF"/>
                </a:solidFill>
              </a:defRPr>
            </a:pPr>
            <a:r>
              <a:t>核心问题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打包工具速度慢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配置复杂繁琐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平台差异大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Qt Installer 启动慢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需分别配置 Windows/Linux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• 缺乏智能识别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371600"/>
            <a:ext cx="3474720" cy="4114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B894"/>
                </a:solidFill>
              </a:defRPr>
            </a:pPr>
            <a:r>
              <a:t>解决方案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</a:p>
          <a:p>
            <a:pPr algn="ctr">
              <a:spcBef>
                <a:spcPts val="800"/>
              </a:spcBef>
              <a:defRPr sz="2800" b="1">
                <a:solidFill>
                  <a:srgbClr val="FF6B35"/>
                </a:solidFill>
              </a:defRPr>
            </a:pPr>
            <a:r>
              <a:t>FastPack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基于 Rust 构建的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高性能跨平台打包工具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智能项目识别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自动化构建流水线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10 倍于传统工具的速度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371600"/>
            <a:ext cx="3474720" cy="4114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6B35"/>
                </a:solidFill>
              </a:defRPr>
            </a:pPr>
            <a:r>
              <a:t>目标用户/场景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独立开发者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快速为 Windows/Linux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用户生成分发包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小型团队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统一跨平台发布流程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减少维护成本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CI/CD 流水线</a:t>
            </a:r>
          </a:p>
          <a:p>
            <a:pPr>
              <a:spcBef>
                <a:spcPts val="800"/>
              </a:spcBef>
              <a:defRPr sz="1600">
                <a:solidFill>
                  <a:srgbClr val="323232"/>
                </a:solidFill>
              </a:defRPr>
            </a:pPr>
            <a:r>
              <a:t>自动化构建与打包集成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2. 方法与创新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16430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1018"/>
                <a:gridCol w="3881018"/>
                <a:gridCol w="3881019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能力维度</a:t>
                      </a:r>
                    </a:p>
                  </a:txBody>
                  <a:tcPr>
                    <a:solidFill>
                      <a:srgbClr val="1937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实现方式</a:t>
                      </a:r>
                    </a:p>
                  </a:txBody>
                  <a:tcPr>
                    <a:solidFill>
                      <a:srgbClr val="1937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193796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智能项目识别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自动检测 8 种项目类型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基于文件特征的智能匹配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自动化构建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一键执行全流程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零配置开箱即用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智能压缩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自适应多线程 zstd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根据 CPU 动态调整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增量打包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文件变更追踪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</a:defRPr>
                      </a:pPr>
                      <a:r>
                        <a:t>避免重复工作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3891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核心技术栈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Rust 核心引擎: 零成本抽象，内存安全，极致性能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32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Tauri 框架: 轻量级 GUI，比 Electron 快 3-5 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zstd 压缩算法: 比 gzip 快 3-5 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t>Rayon 并行处理: 充分利用多核 CPU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3. AI 赋能的智能化设计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188720"/>
            <a:ext cx="9144000" cy="91440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962FF"/>
                </a:solidFill>
              </a:defRPr>
            </a:pPr>
            <a:r>
              <a:t>用户输入项目目录</a:t>
            </a:r>
          </a:p>
        </p:txBody>
      </p:sp>
      <p:sp>
        <p:nvSpPr>
          <p:cNvPr id="5" name="Down Arrow 4"/>
          <p:cNvSpPr/>
          <p:nvPr/>
        </p:nvSpPr>
        <p:spPr>
          <a:xfrm>
            <a:off x="5486400" y="2194560"/>
            <a:ext cx="365760" cy="365760"/>
          </a:xfrm>
          <a:prstGeom prst="down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377440"/>
            <a:ext cx="9144000" cy="914400"/>
          </a:xfrm>
          <a:prstGeom prst="roundRect">
            <a:avLst/>
          </a:prstGeom>
          <a:solidFill>
            <a:srgbClr val="E6FFF0"/>
          </a:solidFill>
          <a:ln w="254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B894"/>
                </a:solidFill>
              </a:defRPr>
            </a:pPr>
            <a:r>
              <a:t>智能识别引擎：扫描特征、匹配策略、提取版本</a:t>
            </a:r>
          </a:p>
        </p:txBody>
      </p:sp>
      <p:sp>
        <p:nvSpPr>
          <p:cNvPr id="7" name="Down Arrow 6"/>
          <p:cNvSpPr/>
          <p:nvPr/>
        </p:nvSpPr>
        <p:spPr>
          <a:xfrm>
            <a:off x="5486400" y="3383280"/>
            <a:ext cx="365760" cy="365760"/>
          </a:xfrm>
          <a:prstGeom prst="down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144000" cy="91440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自动化构建：选择编译器、并行优化、错误诊断</a:t>
            </a:r>
          </a:p>
        </p:txBody>
      </p:sp>
      <p:sp>
        <p:nvSpPr>
          <p:cNvPr id="9" name="Down Arrow 8"/>
          <p:cNvSpPr/>
          <p:nvPr/>
        </p:nvSpPr>
        <p:spPr>
          <a:xfrm>
            <a:off x="5486400" y="4572000"/>
            <a:ext cx="365760" cy="365760"/>
          </a:xfrm>
          <a:prstGeom prst="down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4754880"/>
            <a:ext cx="9144000" cy="914400"/>
          </a:xfrm>
          <a:prstGeom prst="roundRect">
            <a:avLst/>
          </a:prstGeom>
          <a:solidFill>
            <a:srgbClr val="F0E6FF"/>
          </a:solidFill>
          <a:ln w="25400">
            <a:solidFill>
              <a:srgbClr val="785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7850B4"/>
                </a:solidFill>
              </a:defRPr>
            </a:pPr>
            <a:r>
              <a:t>智能打包：生成安装包、创建菜单、路径自适应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962FF"/>
                </a:solidFill>
              </a:defRPr>
            </a:pPr>
            <a:r>
              <a:t>智能化优势</a:t>
            </a:r>
          </a:p>
          <a:p>
            <a:pPr>
              <a:spcBef>
                <a:spcPts val="600"/>
              </a:spcBef>
              <a:defRPr sz="1600" b="1">
                <a:solidFill>
                  <a:srgbClr val="323232"/>
                </a:solidFill>
              </a:defRPr>
            </a:pPr>
            <a:r>
              <a:t>零学习成本</a:t>
            </a:r>
          </a:p>
          <a:p>
            <a:pPr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无需手动配置，自动识别</a:t>
            </a:r>
          </a:p>
          <a:p>
            <a:pPr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323232"/>
                </a:solidFill>
              </a:defRPr>
            </a:pPr>
            <a:r>
              <a:t>智能容错</a:t>
            </a:r>
          </a:p>
          <a:p>
            <a:pPr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构建失败时自动诊断</a:t>
            </a:r>
          </a:p>
          <a:p>
            <a:pPr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323232"/>
                </a:solidFill>
              </a:defRPr>
            </a:pPr>
            <a:r>
              <a:t>自适应优化</a:t>
            </a:r>
          </a:p>
          <a:p>
            <a:pPr>
              <a:spcBef>
                <a:spcPts val="600"/>
              </a:spcBef>
              <a:defRPr sz="1300">
                <a:solidFill>
                  <a:srgbClr val="323232"/>
                </a:solidFill>
              </a:defRPr>
            </a:pPr>
            <a:r>
              <a:t>根据硬件调整并发策略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4. 成果验证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937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FastPack</a:t>
                      </a:r>
                    </a:p>
                  </a:txBody>
                  <a:tcPr>
                    <a:solidFill>
                      <a:srgbClr val="1937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Qt Installer</a:t>
                      </a:r>
                    </a:p>
                  </a:txBody>
                  <a:tcPr>
                    <a:solidFill>
                      <a:srgbClr val="1937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makepkg</a:t>
                      </a:r>
                    </a:p>
                  </a:txBody>
                  <a:tcPr>
                    <a:solidFill>
                      <a:srgbClr val="1937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提升</a:t>
                      </a:r>
                    </a:p>
                  </a:txBody>
                  <a:tcPr>
                    <a:solidFill>
                      <a:srgbClr val="19379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打包速度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基准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B894"/>
                          </a:solidFill>
                        </a:defRPr>
                      </a:pPr>
                      <a:r>
                        <a:t>10x</a:t>
                      </a:r>
                    </a:p>
                  </a:txBody>
                  <a:tcPr>
                    <a:solidFill>
                      <a:srgbClr val="E6FA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启动时间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&lt; 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500ms+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B894"/>
                          </a:solidFill>
                        </a:defRPr>
                      </a:pPr>
                      <a:r>
                        <a:t>10x</a:t>
                      </a:r>
                    </a:p>
                  </a:txBody>
                  <a:tcPr>
                    <a:solidFill>
                      <a:srgbClr val="E6FA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内存占用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B894"/>
                          </a:solidFill>
                        </a:defRPr>
                      </a:pPr>
                      <a:r>
                        <a:t>3x</a:t>
                      </a:r>
                    </a:p>
                  </a:txBody>
                  <a:tcPr>
                    <a:solidFill>
                      <a:srgbClr val="E6FA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压缩速度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zstd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gzip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B894"/>
                          </a:solidFill>
                        </a:defRPr>
                      </a:pPr>
                      <a:r>
                        <a:t>3-5x</a:t>
                      </a:r>
                    </a:p>
                  </a:txBody>
                  <a:tcPr>
                    <a:solidFill>
                      <a:srgbClr val="E6FAF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778240" y="1188720"/>
            <a:ext cx="310896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962FF"/>
                </a:solidFill>
              </a:defRPr>
            </a:pPr>
            <a:r>
              <a:t>可体验成果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</a:defRPr>
            </a:pPr>
            <a:r>
              <a:t>GitHub: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</a:defRPr>
            </a:pPr>
            <a:r>
              <a:t>github.com/yourusername/fastpack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</a:defRPr>
            </a:pPr>
            <a:r>
              <a:t>Linux: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</a:defRPr>
            </a:pPr>
            <a:r>
              <a:t>./build.sh build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</a:defRPr>
            </a:pPr>
            <a:r>
              <a:t>./fastpack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</a:defRPr>
            </a:pPr>
            <a:r>
              <a:t>Windows:</a:t>
            </a:r>
          </a:p>
          <a:p>
            <a:pPr>
              <a:spcBef>
                <a:spcPts val="400"/>
              </a:spcBef>
              <a:defRPr sz="1100">
                <a:solidFill>
                  <a:srgbClr val="323232"/>
                </a:solidFill>
              </a:defRPr>
            </a:pPr>
            <a:r>
              <a:t>.\build.bat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B894"/>
                </a:solidFill>
              </a:defRPr>
            </a:pPr>
            <a:r>
              <a:t>关键效果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663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850"/>
                </a:solidFill>
              </a:defRPr>
            </a:pPr>
            <a:r>
              <a:t>* 支持 8 种项目类型自动识别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749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850"/>
                </a:solidFill>
              </a:defRPr>
            </a:pPr>
            <a:r>
              <a:t>* 跨平台统一配置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486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850"/>
                </a:solidFill>
              </a:defRPr>
            </a:pPr>
            <a:r>
              <a:t>* 一键生成原生安装包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5. 总结与迭代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486400" cy="2926080"/>
          </a:xfrm>
          <a:prstGeom prst="roundRect">
            <a:avLst/>
          </a:prstGeom>
          <a:solidFill>
            <a:srgbClr val="E6FFF0"/>
          </a:solidFill>
          <a:ln w="254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B894"/>
                </a:solidFill>
              </a:defRPr>
            </a:pPr>
            <a:r>
              <a:t>当前版本 (v1.0.0)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  - 智能项目类型识别 (8 种)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  - 自动化构建流水线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  - 跨平台 GUI (Windows/Linux)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  - zstd 高速压缩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  - 多线程并行处理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  - 自解压安装包生成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  - 桌面菜单自动集成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188720"/>
            <a:ext cx="5760720" cy="4754880"/>
          </a:xfrm>
          <a:prstGeom prst="roundRect">
            <a:avLst/>
          </a:prstGeom>
          <a:solidFill>
            <a:srgbClr val="F0F5FF"/>
          </a:solidFill>
          <a:ln w="2540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962FF"/>
                </a:solidFill>
              </a:defRPr>
            </a:pPr>
            <a:r>
              <a:t>未来迭代计划</a:t>
            </a:r>
          </a:p>
          <a:p>
            <a:pPr>
              <a:spcBef>
                <a:spcPts val="400"/>
              </a:spcBef>
              <a:defRPr sz="1600" b="1">
                <a:solidFill>
                  <a:srgbClr val="193796"/>
                </a:solidFill>
              </a:defRPr>
            </a:pPr>
            <a:r>
              <a:t>深化智能化:</a:t>
            </a:r>
          </a:p>
          <a:p>
            <a:pPr>
              <a:spcBef>
                <a:spcPts val="400"/>
              </a:spcBef>
              <a:defRPr sz="1300">
                <a:solidFill>
                  <a:srgbClr val="3C3C3C"/>
                </a:solidFill>
              </a:defRPr>
            </a:pPr>
            <a:r>
              <a:t>  - AI 辅助配置生成</a:t>
            </a:r>
          </a:p>
          <a:p>
            <a:pPr>
              <a:spcBef>
                <a:spcPts val="400"/>
              </a:spcBef>
              <a:defRPr sz="1300">
                <a:solidFill>
                  <a:srgbClr val="3C3C3C"/>
                </a:solidFill>
              </a:defRPr>
            </a:pPr>
            <a:r>
              <a:t>  - 智能依赖分析</a:t>
            </a:r>
          </a:p>
          <a:p>
            <a:pPr>
              <a:spcBef>
                <a:spcPts val="400"/>
              </a:spcBef>
              <a:defRPr sz="1300">
                <a:solidFill>
                  <a:srgbClr val="3C3C3C"/>
                </a:solidFill>
              </a:defRPr>
            </a:pPr>
            <a:r>
              <a:t>  - 构建预测优化</a:t>
            </a:r>
          </a:p>
          <a:p>
            <a:pPr>
              <a:spcBef>
                <a:spcPts val="400"/>
              </a:spcBef>
              <a:defRPr sz="1300">
                <a:solidFill>
                  <a:srgbClr val="3C3C3C"/>
                </a:solidFill>
              </a:defRPr>
            </a:pPr>
            <a:r>
              <a:t>  - 云端构建缓存</a:t>
            </a:r>
          </a:p>
          <a:p>
            <a:pPr>
              <a:spcBef>
                <a:spcPts val="400"/>
              </a:spcBef>
              <a:defRPr sz="1300">
                <a:solidFill>
                  <a:srgbClr val="3C3C3C"/>
                </a:solidFill>
              </a:defRPr>
            </a:pPr>
            <a:r>
              <a:t>  - 自然语言交互</a:t>
            </a:r>
          </a:p>
          <a:p>
            <a:pPr>
              <a:spcBef>
                <a:spcPts val="400"/>
              </a:spcBef>
              <a:defRPr sz="1300">
                <a:solidFill>
                  <a:srgbClr val="3C3C3C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193796"/>
                </a:solidFill>
              </a:defRPr>
            </a:pPr>
            <a:r>
              <a:t>平台扩展:</a:t>
            </a:r>
          </a:p>
          <a:p>
            <a:pPr>
              <a:spcBef>
                <a:spcPts val="400"/>
              </a:spcBef>
              <a:defRPr sz="1300">
                <a:solidFill>
                  <a:srgbClr val="3C3C3C"/>
                </a:solidFill>
              </a:defRPr>
            </a:pPr>
            <a:r>
              <a:t>  - macOS 支持</a:t>
            </a:r>
          </a:p>
          <a:p>
            <a:pPr>
              <a:spcBef>
                <a:spcPts val="400"/>
              </a:spcBef>
              <a:defRPr sz="1300">
                <a:solidFill>
                  <a:srgbClr val="3C3C3C"/>
                </a:solidFill>
              </a:defRPr>
            </a:pPr>
            <a:r>
              <a:t>  - 更多构建系统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6B35"/>
                </a:solidFill>
              </a:defRPr>
            </a:pPr>
            <a:r>
              <a:t>FastPack - 让跨平台打包变得更快、更简单!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